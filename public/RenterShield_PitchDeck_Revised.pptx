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500" y="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5006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98755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RenterShield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58368" y="184708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 your rights. Take action. Protect your home.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" y="2363820"/>
            <a:ext cx="10817352" cy="2345339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71403" y="2521798"/>
            <a:ext cx="4352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Hackathon framing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1403" y="2860126"/>
            <a:ext cx="435254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in Lovable as a public, no-login prototype.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prototype strengths: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Interactive decision trees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Region-aware rights guidance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Emergency support links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Template letters and action steps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56235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AI.Challenges Hackathon 2025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Renters hit legal problems fast — but the path to action is fragmented and intimidating.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4.6M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59536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UK private renter households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22192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023360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£700M+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023360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value tied up in unfair deposit disputes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986016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187184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87184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Renters who do not know how to challenge a landlord issue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547872"/>
            <a:ext cx="704088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3712464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matters now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050792"/>
            <a:ext cx="663854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can usually find information somewhere — GOV.UK, Shelter, Citizens Advice, forums — but not in a form that quickly tells them what to do next in their exact situation. When the issue is urgent, legal jargon and fragmented guidance create delay, confusion, and avoidable losses.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973568" y="3547872"/>
            <a:ext cx="3529584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174736" y="3712464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Judge-friendly takeaway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74736" y="4050792"/>
            <a:ext cx="312724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 is specific, painful, and time-sensitive: renters need clear next actions, not another article to read.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interactive rights navigator that turns tenant confusion into a step-by-step action plan.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Choose the issue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problem you are facing — deposit dispute, repairs, eviction, rent increase, and more.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52544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53712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Answer simple questions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53712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logic narrows the situation using plain-English prompts instead of legal jargon.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0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47888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Get a usable next step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47888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Receive tailored actions, template letters, and relevant legal references without creating an account.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767328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Public, no-login, mobile-friendly prototype already live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Guidance is specific to issue type and UK jurisdiction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Designed to get a renter from uncertainty to action in under two minutes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0" y="3703320"/>
            <a:ext cx="4919472" cy="160020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84848" y="3867912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makes it better than status quo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84848" y="4206240"/>
            <a:ext cx="451713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RenterShield replaces generic reading with guided action. The product does not try to be a law library; it tries to be the clearest first step a renter can take.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OPPORTUNITY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Big category, but the first wedge is a specific renter segment with a clearer path to revenue.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£2.1B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UK housing-related legal support and adjacent consumer legal services.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£340M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Digitally delivered guidance and workflow support for private renters facing deposit, repairs, eviction, or rent disputes.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~£840k ARR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first wedge: 5,000 paying users at £14/month after winning a narrow, high-intent segment.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794760"/>
            <a:ext cx="6400800" cy="15544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3959352"/>
            <a:ext cx="5998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Initial wedge to win first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297680"/>
            <a:ext cx="59984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students and young professionals in private rentals: digitally native renters, high search intent, limited legal confidence, and strong need for fast self-serve support.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69480" y="3794760"/>
            <a:ext cx="4233672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70648" y="3959352"/>
            <a:ext cx="3831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to cite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70648" y="4297680"/>
            <a:ext cx="38313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 the story with English Housing Survey data, tenancy deposit dispute volumes, Shelter reporting, and UK private renter population figures.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UNIQUE VALUE PROPOSITION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Unlike generic legal content or overstretched helplines, we give renters immediate personalised next steps.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Personalised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logic adapts by issue and jurisdiction, so the user gets a relevant route instead of a generic article.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Action-oriented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Outputs are built to be used immediately: action plans, letters, legal references, and practical next steps.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Zero-friction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account, no payment, no waiting for an appointment — which matters most when a housing issue is urgent.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70832"/>
            <a:ext cx="10881360" cy="10058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535424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Positioning 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73752"/>
            <a:ext cx="10479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RenterShield is not trying to replace legal advice; it is trying to become the fastest, clearest self-serve starting point for renters who need to act now.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end user is broad, but the first paying customers are renters in high-stress disputes and B2B pilot partners.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20240"/>
            <a:ext cx="365760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84832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 core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23160"/>
            <a:ext cx="325526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guidance, rights information, emergency contacts, and basic template letters remain free to maximise reach and trust.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498848" y="1920240"/>
            <a:ext cx="365760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00016" y="2084832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 renter plan (£14/month)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0016" y="2423160"/>
            <a:ext cx="325526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AI-assisted letter drafting, deadline tracking, evidence logging, and a landlord communication timeline for urgent or ongoing disputes.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39328" y="1920240"/>
            <a:ext cx="3163824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40496" y="2084832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Institutional buyer path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540496" y="2423160"/>
            <a:ext cx="276148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University housing teams, student unions, councils, or advice organisations that want a self-serve triage layer before 1:1 support.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15968"/>
            <a:ext cx="5349240" cy="10972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480560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pays first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188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Likely early payer: renters with time-sensitive, evidence-heavy issues such as deposits, repairs escalation, or eviction pressure.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36208" y="4315968"/>
            <a:ext cx="5266944" cy="1097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37376" y="4480560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explain monetisation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37376" y="4818888"/>
            <a:ext cx="4864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 do not pay for rights information; they pay for speed, structure, drafting support, and confidence during stressful cases.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GO-TO-MARKET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to one renter segment first, prove trust there, then expand to adjacent users and organisations.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Young renter channels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 housing groups, Reddit, MoneySavingExpert, tenant forums, and university communities where renters already share urgent problems.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High-intent SEO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searches like 'landlord won’t return deposit' and 'how long to fix damp' with pages that convert readers into guided flows.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Pilot buyers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Approach university housing teams, tenant unions, councils, and advice services with a lightweight self-serve pilot.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462272"/>
            <a:ext cx="10881360" cy="8686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626864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Messaging discipline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965192"/>
            <a:ext cx="104790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 explicit: the core user is the renter, and the first paying customer is either a renter in a premium moment or an organisation buying triage capacity.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MVP PLAN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prototype proves usability; next validation should focus on trust, willingness to pay, and the best first segment.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20440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in the sprint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18104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Public no-login prototype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Interactive issue flows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Region-aware guidance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Template letters and legal references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Mobile-friendly experience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34256" y="1901952"/>
            <a:ext cx="3520440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35424" y="2066544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Riskiest assumptions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35424" y="2404872"/>
            <a:ext cx="3118104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Renters will self-serve before calling a helpline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Users trust the outputs enough to act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Students and young professionals are the easiest wedge to acquire first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Some users will pay for workflow support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10144" y="1901952"/>
            <a:ext cx="3493008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11312" y="2066544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 feedback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11312" y="2404872"/>
            <a:ext cx="3090672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171450" indent="-171450">
              <a:buFontTx/>
              <a:buChar char="-"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Close friends of in their twenties, who had poor renting experiences, gave feedback on my app’s ability to clearly show renters’ rights and explant what support is available.</a:t>
            </a:r>
          </a:p>
          <a:p>
            <a:pPr marL="171450" indent="-171450">
              <a:buFontTx/>
              <a:buChar char="-"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Their feedback is focused on making the app more useful for young renters by presenting rights, responsibilities, and next steps in a simple and accessible way.</a:t>
            </a:r>
          </a:p>
          <a:p>
            <a:pPr marL="171450" indent="-171450">
              <a:buFontTx/>
              <a:buChar char="-"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Because they had faced issues themselves, their input helped shape how the app guides users towards practical help with renter’s rights.</a:t>
            </a:r>
          </a:p>
        </p:txBody>
      </p:sp>
      <p:sp>
        <p:nvSpPr>
          <p:cNvPr id="15" name="Text 13"/>
          <p:cNvSpPr/>
          <p:nvPr/>
        </p:nvSpPr>
        <p:spPr>
          <a:xfrm>
            <a:off x="658368" y="4572000"/>
            <a:ext cx="10881360" cy="82296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73659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important learning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5074920"/>
            <a:ext cx="10479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strongest when framed as a renter action tool with a narrow first segment and clear premium moments — not a general legal information site.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Founder with technical execution ability and strong user empathy for the problem space.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874520"/>
            <a:ext cx="3840480" cy="26060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39112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Mason Preece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343814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founder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Background in Computer Science, with direct awareness of how poor housing conditions and lack of clear guidance affect renters. Built the prototype rapidly and can continue iterating from user feedback.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36592" y="1874520"/>
            <a:ext cx="6766560" cy="26060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37760" y="2039112"/>
            <a:ext cx="6364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founder can build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2377440"/>
            <a:ext cx="636422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 ship product quickly and turn feedback into working software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Understands the frustration renters face when the law is hard to navigate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Close enough to the problem to care, but technical enough to execute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Strong near-term advantage in prototyping, testing, and iteration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480060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'Nobody should lose money or housing security because the right next step was too hard to find.'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BUDGET BREAKDOWN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modest 12-month seed budget focused on product quality, legal trust, and early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40% Product &amp; Engineering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£20,000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trust features, improve UX, expand issue coverage, and refine the premium workflow layer.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20% Legal &amp; Compliance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£10,000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Solicitor review of templates and content, plus compliance work needed to keep guidance clear and responsible.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24% Marketing &amp; Acquisition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£12,000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Community-led growth, SEO content, testing channels, and early partner outreach.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224528"/>
            <a:ext cx="3566160" cy="141732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389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16% Operations &amp; Hosting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727448"/>
            <a:ext cx="31638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£8,000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Infrastructure, analytics, customer support tooling, and experimentation costs.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5968" y="4224528"/>
            <a:ext cx="7223760" cy="141732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17136" y="4389120"/>
            <a:ext cx="6821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/ judge framing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17136" y="4727448"/>
            <a:ext cx="68214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budget is designed to unlock trust, retention, and repeatable distribution — not just more code. That makes it easier to defend as a realistic first raise.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 &amp; SCALABILITY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with renter confidence and prevent avoidable losses, then scale through repeatable issue playbooks.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Immediate impact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Helps renters understand what to do next faster, especially in issues involving deposits, repairs, eviction pressure, or unsafe conditions.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Scalable model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Expand issue coverage, improve trust signals, and add workflow tools that keep users engaged through a dispute lifecycle.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Long-term vision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Become the default self-serve platform for renter rights: practical guidance, outcome tracking, and eventually a trusted consumer legal brand.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89120"/>
            <a:ext cx="10881360" cy="96012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55371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Feedback incorporated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92040"/>
            <a:ext cx="10479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Unsupported claims have been removed. The slide now focuses on believable outcomes: faster action, higher confidence, broader issue coverage, and scalable product economics.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next 30 days should generate evidence, trust, and a clearer path to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Run better validation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the prototype with 10–15 renters, capture quotes and objections, and learn which issue journeys create the most trust and urgency.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Expand high-value flows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the next 5 priority issue types and improve trust markers such as disclaimers, source references, and better letter outputs.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Start credibility conversations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pilot discussions with housing support organisations and begin legal review of core templates before scaling claims.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72104" y="4448556"/>
            <a:ext cx="10881360" cy="841248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64515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Contact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983480"/>
            <a:ext cx="10479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mason.work.mmp@gmail.com  •  linkedin.com/in/mason-preece-a985593b3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1613</Words>
  <Application>Microsoft Office PowerPoint</Application>
  <PresentationFormat>Widescreen</PresentationFormat>
  <Paragraphs>174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RenterShield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RenterShield Pitch Deck (Revised)</dc:title>
  <dc:subject>RenterShield Pitch Deck (Revised)</dc:subject>
  <dc:creator>Lovable</dc:creator>
  <cp:lastModifiedBy>Mason Preece</cp:lastModifiedBy>
  <cp:revision>3</cp:revision>
  <dcterms:created xsi:type="dcterms:W3CDTF">2026-03-17T23:39:08Z</dcterms:created>
  <dcterms:modified xsi:type="dcterms:W3CDTF">2026-03-17T23:50:44Z</dcterms:modified>
</cp:coreProperties>
</file>