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RenterShield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your rights. Take action. Protect your home.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788920"/>
            <a:ext cx="5669280" cy="19202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953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deck now does better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3291840"/>
            <a:ext cx="52669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Sharpens the problem, de-risks bold claims, shows what the prototype already proves, and frames RenterShield as a credible early-stage venture rather than just a useful project.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987552"/>
            <a:ext cx="4754880" cy="3721608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22008" y="115214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 framing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2008" y="1490472"/>
            <a:ext cx="435254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Lovable as a public, no-login prototype.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prototype strengths: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decision trees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rights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Emergency support links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action steps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AI.Challenges Hackathon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 hit legal problems fast — but the path to action is fragmented and intimidating.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4.6M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 private renter households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2336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£700M+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2336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value tied up in unfair deposit disputes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86016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7184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87184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 who do not know how to challenge a landlord issue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547872"/>
            <a:ext cx="704088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050792"/>
            <a:ext cx="663854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can usually find information somewhere — GOV.UK, Shelter, Citizens Advice, forums — but not in a form that quickly tells them what to do next in their exact situation. When the issue is urgent, legal jargon and fragmented guidance create delay, confusion, and avoidable losses.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73568" y="3547872"/>
            <a:ext cx="352958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4736" y="37124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Judge-friendly takeaway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74736" y="4050792"/>
            <a:ext cx="3127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specific, painful, and time-sensitive: renters need clear next actions, not another article to read.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interactive rights navigator that turns tenant confusion into a step-by-step action plan.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Choose the issue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problem you are facing — deposit dispute, repairs, eviction, rent increase, and more.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2544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53712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Answer simple questions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53712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narrows the situation using plain-English prompts instead of legal jargon.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47888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Get a usable next step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 tailored actions, template letters, and relevant legal references without creating an account.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Public, no-login, mobile-friendly prototype already live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Guidance is specific to issue type and UK jurisdiction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Designed to get a renter from uncertainty to action in under two minutes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4919472" cy="160020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4848" y="3867912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it better than status quo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84848" y="4206240"/>
            <a:ext cx="45171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replaces generic reading with guided action. The product does not try to be a law library; it tries to be the clearest first step a renter can take.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POTENTIAL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Large market, but the near-term opportunity is a focused self-serve wedge.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£2.1B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 housing-related legal support and adjacent consumer legal services.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£340M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Self-serve tools and digital guidance for private renters with legal or tenancy problems.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~£840k ARR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first wedge: 5,000 premium users at £14/month after initial traction and iteration.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94760"/>
            <a:ext cx="6400800" cy="15544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959352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version is more credible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297680"/>
            <a:ext cx="5998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original deck’s first-year SOM was ambitious. This revised framing keeps the same market logic but uses a smaller, more believable obtainable target that is easier to defend in front of judges.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3794760"/>
            <a:ext cx="4233672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70648" y="3959352"/>
            <a:ext cx="3831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base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4297680"/>
            <a:ext cx="38313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Housing Survey, Shelter reporting, and legal services market data can support the top-down story. Keep appendix notes handy for verbal Q&amp;A.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VALUE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Unlike generic legal content or overstretched helplines, we give renters immediate personalised next steps.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Personalised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adapts by issue and jurisdiction, so the user gets a relevant route instead of a generic article.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Action-oriented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are built to be used immediately: action plans, letters, legal references, and practical next steps.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Zero-friction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payment, no waiting for an appointment — which matters most when a housing issue is urgent.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70832"/>
            <a:ext cx="10881360" cy="10058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3542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73752"/>
            <a:ext cx="10479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is not trying to replace legal advice; it is trying to become the fastest, clearest self-serve starting point for renters who need to act now.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guidance builds trust; paid workflow tools unlock monetisation once urgency and complexity increase.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guidance, rights information, emergency contacts, and basic template letters remain free to maximise reach and trust.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884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001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tier (£14/month)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001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letter drafting, deadline tracking, evidence logging, and a landlord communication timeline for high-stakes or ongoing cases.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39328" y="1920240"/>
            <a:ext cx="316382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0496" y="208483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B2B / pilot 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0496" y="2423160"/>
            <a:ext cx="276148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Housing associations, student housing teams, councils, or advice services that want a self-serve triage layer.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5349240" cy="10972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480560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 trigger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188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are most likely to pay when their issue is time-sensitive, evidence-heavy, or emotionally draining.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4315968"/>
            <a:ext cx="5266944" cy="1097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7376" y="448056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say if challenged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7376" y="4818888"/>
            <a:ext cx="4864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is not 'pay for rights' — it is pay for organisation, drafting support, reminders, and confidence during stressful disputes.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where renters already ask for help, then layer in trust and referrals.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Communities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Reddit, MoneySavingExpert, tenant forums, and student housing groups. Answer real questions and direct users to the tool when relevant.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Content + SEO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high-intent searches like 'landlord won’t return deposit' or 'how long to fix damp'. Publish pages that convert into guided flows.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Pilot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 charities, unions, university housing teams, and local support organisations with a lightweight self-serve pilot.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10881360" cy="8686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2686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 correction from the feedback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65192"/>
            <a:ext cx="10479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imply formal partnerships with Shelter or Citizens Advice unless they already exist. Frame this as pilot exploration, not confirmed distribution.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prototype already proves usability; the next step is stronger evidence and trust-building.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the sprint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 no-login prototype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issue flows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legal references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Mobile-friendly experience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4256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5424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Riskiest assumptions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Renters will self-serve before calling a helpline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feel trustworthy enough to use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understand this is guidance, not legal advice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Some users will pay for workflow support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10144" y="1901952"/>
            <a:ext cx="3493008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11312" y="2066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testing suggests so far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404872"/>
            <a:ext cx="3090672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 renters completed the flow in under 2 minutes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responded most strongly to concrete next steps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Trust improves when legal references and disclaimers are visible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Clear next experiment: test with 10–15 more renters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0881360" cy="82296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73659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important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074920"/>
            <a:ext cx="10479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strongest when positioned as a confidence and action tool, not a generic legal information site.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with technical execution ability and strong user empathy for the problem space.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874520"/>
            <a:ext cx="3840480" cy="26060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3911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 Preece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43814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founder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in Computer Science, with direct awareness of how poor housing conditions and lack of clear guidance affect renters. Built the prototype rapidly and can continue iterating from user feedback.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6766560" cy="26060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37760" y="2039112"/>
            <a:ext cx="6364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founder can build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377440"/>
            <a:ext cx="636422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ship product quickly and turn feedback into working software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Understands the frustration renters face when the law is hard to navigate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 enough to the problem to care, but technical enough to execute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near-term advantage in prototyping, testing, and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4800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'Nobody should lose money or housing security because the right next step was too hard to find.'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modest 12-month seed budget focused on product quality, legal trust, and early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Product &amp;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features, improve UX, expand issue coverage, and refine the premium workflow layer.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Legal &amp;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Solicitor review of templates and content, plus compliance work needed to keep guidance clear and responsible.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24% Marketing &amp; Acquisition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£12,000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Community-led growth, SEO content, testing channels, and early partner outreach.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224528"/>
            <a:ext cx="3566160" cy="141732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389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16% Operations &amp; Hosting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727448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£8,000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Infrastructure, analytics, customer support tooling, and experimentation costs.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4224528"/>
            <a:ext cx="7223760" cy="14173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17136" y="4389120"/>
            <a:ext cx="6821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/ judge framing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17136" y="4727448"/>
            <a:ext cx="68214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budget is designed to unlock trust, retention, and repeatable distribution — not just more code. That makes it easier to defend as a realistic first raise.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renter confidence and prevent avoidable losses, then scale through repeatable issue playbooks.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renters understand what to do next faster, especially in issues involving deposits, repairs, eviction pressure, or unsafe conditions.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issue coverage, improve trust signals, and add workflow tools that keep users engaged through a dispute lifecycle.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vision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default self-serve platform for renter rights: practical guidance, outcome tracking, and eventually a trusted consumer legal brand.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89120"/>
            <a:ext cx="10881360" cy="9601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5371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Feedback incorporated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92040"/>
            <a:ext cx="10479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Unsupported claims have been removed. The slide now focuses on believable outcomes: faster action, higher confidence, broader issue coverage, and scalable product economics.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next 30 days should generate evidence, trust, and a clearer path to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Run better validation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prototype with 10–15 renters, capture quotes and objections, and learn which issue journeys create the most trust and urgency.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Expand high-value flows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next 5 priority issue types and improve trust markers such as disclaimers, source references, and better letter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credibility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pilot discussions with housing support organisations and begin legal review of core templates before scaling claims.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80560"/>
            <a:ext cx="10881360" cy="841248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4515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83480"/>
            <a:ext cx="10479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mason.work.mmp@gmail.com  •  linkedin.com/in/mason-preece-a985593b3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RenterShield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RenterShield Pitch Deck (Revised)</dc:title>
  <dc:subject>RenterShield Pitch Deck (Revised)</dc:subject>
  <dc:creator>Lovable</dc:creator>
  <cp:lastModifiedBy>Lovable</cp:lastModifiedBy>
  <cp:revision>1</cp:revision>
  <dcterms:created xsi:type="dcterms:W3CDTF">2026-03-17T20:38:22Z</dcterms:created>
  <dcterms:modified xsi:type="dcterms:W3CDTF">2026-03-17T20:38:22Z</dcterms:modified>
</cp:coreProperties>
</file>