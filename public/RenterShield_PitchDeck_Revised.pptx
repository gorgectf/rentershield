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face high costs and urgent disputes,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4.9M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rented homes in England &amp; Wales (TDS 2024/25)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£5.53B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deposit value in England &amp; Wales (TDS 2024/25)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renters spending half of income or more on rent (Shelter)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and sector data point to the same problem: private renters face high housing costs, fast-moving disputes, and little confidence in what to do next. In England, renters aged 16–24 spend an average of 50% of income on rent, while 39% of private renters paid rent in advance as well as a deposit.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Demo: https://rentershield.lovable.app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renter need exists, but the first wedge is a narrow segment with a realistic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~£790M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TAM using 4.706M protected deposits × £14/month for a workflow support subscription equivalent.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~£95M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Assume 12% of that market fits the first high-intent use case: digitally engaged renters facing disputes around deposits, repairs, eviction, or rent increases.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high exposure to upfront rent and deposit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behind the 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TDS 2024/25 reports 4.706M protected deposits worth £5.53B. GOV.UK English Housing Survey 2023-24 shows younger renters spend 50% of income on rent. Shelter reports 32% of private renters spend half their income or more on rent.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the next validation layer is trust, willingness to pay, and repeatable acquisition.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testing and iteration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Young renters said the issue flows felt clearer than searching forums or government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Feedback favoured simple language, clear disclaimers, and obvious next steps over legal depth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changes: sharpened region selection, clarified emergency routes, and reframed monetisation around stressful 'premium moments'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 and partner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reuse legal playbooks across regions,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a trusted consumer legal brand with institutional distribution.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mechanics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Scalability comes from repeatable issue journeys, searchable acquisition, reusable legal templates, and institutional pilots that can onboard groups of renters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2026-03-18T00:44:07Z</dcterms:created>
  <dcterms:modified xsi:type="dcterms:W3CDTF">2026-03-18T00:44:07Z</dcterms:modified>
</cp:coreProperties>
</file>