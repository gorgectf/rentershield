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987552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RenterShield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58368" y="1847088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 your rights. Take action. Protect your home.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58368" y="2788920"/>
            <a:ext cx="5669280" cy="192024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953512"/>
            <a:ext cx="5266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this deck now does better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3291840"/>
            <a:ext cx="526694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Sharpens the problem, de-risks bold claims, shows what the prototype already proves, and frames RenterShield as a credible early-stage venture rather than just a useful project.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720840" y="987552"/>
            <a:ext cx="4754880" cy="3721608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922008" y="1152144"/>
            <a:ext cx="4352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Hackathon framing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22008" y="1490472"/>
            <a:ext cx="435254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Built in Lovable as a public, no-login prototype.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prototype strengths: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Interactive decision trees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Region-aware rights guidance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Emergency support links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Template letters and action steps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58368" y="562356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AI.Challenges Hackathon 2025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Renters face high costs and urgent disputes, but the path to action is fragmented and intimidating.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2103120"/>
            <a:ext cx="3383280" cy="105156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30428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4.9M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859536" y="269748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Private rented homes in England &amp; Wales (TDS 2024/25)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822192" y="2103120"/>
            <a:ext cx="3383280" cy="105156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023360" y="230428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£5.53B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4023360" y="269748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Protected deposit value in England &amp; Wales (TDS 2024/25)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986016" y="2103120"/>
            <a:ext cx="3383280" cy="105156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187184" y="230428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32%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187184" y="269748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Private renters spending half of income or more on rent (Shelter)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3547872"/>
            <a:ext cx="7040880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59536" y="3712464"/>
            <a:ext cx="6638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this matters now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9536" y="4050792"/>
            <a:ext cx="663854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Official and sector data point to the same problem: private renters face high housing costs, fast-moving disputes, and little confidence in what to do next. In England, renters aged 16–24 spend an average of 50% of income on rent, while 39% of private renters paid rent in advance as well as a deposit.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973568" y="3547872"/>
            <a:ext cx="3529584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174736" y="3712464"/>
            <a:ext cx="3127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D8F3E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Judge-friendly takeaway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174736" y="4050792"/>
            <a:ext cx="3127248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problem is specific, painful, and time-sensitive: renters need clear next actions, not another article to read.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 interactive rights navigator that turns tenant confusion into a step-by-step action plan.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965960"/>
            <a:ext cx="3474720" cy="13258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130552"/>
            <a:ext cx="3072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Choose the issue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468880"/>
            <a:ext cx="307238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the problem you are facing — deposit dispute, repairs, eviction, rent increase, and more.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52544" y="1965960"/>
            <a:ext cx="3474720" cy="13258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553712" y="2130552"/>
            <a:ext cx="3072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Answer simple questions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53712" y="2468880"/>
            <a:ext cx="307238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Decision-tree logic narrows the situation using plain-English prompts instead of legal jargon.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046720" y="1965960"/>
            <a:ext cx="3474720" cy="13258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247888" y="2130552"/>
            <a:ext cx="3072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Get a usable next step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47888" y="2468880"/>
            <a:ext cx="307238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Receive tailored actions, template letters, and relevant legal references without creating an account.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3767328"/>
            <a:ext cx="5577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Public, no-login, mobile-friendly prototype already live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Guidance is specific to issue type and UK jurisdiction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Designed to get a renter from uncertainty to action in under two minutes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Demo: https://rentershield.lovable.app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0" y="3703320"/>
            <a:ext cx="4919472" cy="160020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784848" y="3867912"/>
            <a:ext cx="4517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makes it better than status quo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784848" y="4206240"/>
            <a:ext cx="4517136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RenterShield replaces generic reading with guided action. The product does not try to be a law library; it tries to be the clearest first step a renter can take.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OPPORTUNITY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large renter need exists, but the first wedge is a narrow segment with a realistic path to revenue.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938528"/>
            <a:ext cx="3566160" cy="15544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103120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441448"/>
            <a:ext cx="3163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~£790M annual spend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Illustrative TAM using 4.706M protected deposits × £14/month for a workflow support subscription equivalent.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15968" y="1938528"/>
            <a:ext cx="3566160" cy="15544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517136" y="2103120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17136" y="2441448"/>
            <a:ext cx="3163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~£95M annual spend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Assume 12% of that market fits the first high-intent use case: digitally engaged renters facing disputes around deposits, repairs, eviction, or rent increases.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973568" y="1938528"/>
            <a:ext cx="3566160" cy="15544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174736" y="2103120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SOM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174736" y="2441448"/>
            <a:ext cx="3163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~£840k ARR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Illustrative first wedge: 5,000 paying users at £14/month after winning a narrow, high-intent segment.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3794760"/>
            <a:ext cx="6400800" cy="155448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59536" y="3959352"/>
            <a:ext cx="5998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Initial wedge to win first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9536" y="4297680"/>
            <a:ext cx="599846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 with students and young professionals in private rentals: digitally native renters, high search intent, limited legal confidence, and high exposure to upfront rent and deposit pressure.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269480" y="3794760"/>
            <a:ext cx="4233672" cy="15544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470648" y="3959352"/>
            <a:ext cx="3831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behind the story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470648" y="4297680"/>
            <a:ext cx="383133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TDS 2024/25 reports 4.706M protected deposits worth £5.53B. GOV.UK English Housing Survey 2023-24 shows younger renters spend 50% of income on rent. Shelter reports 32% of private renters spend half their income or more on rent.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UNIQUE VALUE PROPOSITION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Unlike generic legal content or overstretched helplines, we give renters immediate personalised next steps.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901952"/>
            <a:ext cx="3566160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D8F3E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Personalised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404872"/>
            <a:ext cx="316382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Decision-tree logic adapts by issue and jurisdiction, so the user gets a relevant route instead of a generic article.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15968" y="1901952"/>
            <a:ext cx="3566160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5171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D8F3E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Action-oriented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17136" y="2404872"/>
            <a:ext cx="316382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Outputs are built to be used immediately: action plans, letters, legal references, and practical next steps.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973568" y="1901952"/>
            <a:ext cx="3566160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1747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D8F3E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Zero-friction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174736" y="2404872"/>
            <a:ext cx="316382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account, no payment, no waiting for an appointment — which matters most when a housing issue is urgent.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4370832"/>
            <a:ext cx="10881360" cy="100584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59536" y="4535424"/>
            <a:ext cx="10479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Positioning line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9536" y="4873752"/>
            <a:ext cx="10479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RenterShield is not trying to replace legal advice; it is trying to become the fastest, clearest self-serve starting point for renters who need to act now.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MODEL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end user is broad, but the first paying customers are renters in high-stress disputes and B2B pilot partners.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920240"/>
            <a:ext cx="3657600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084832"/>
            <a:ext cx="3255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Free core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423160"/>
            <a:ext cx="325526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Decision-tree guidance, rights information, emergency contacts, and basic template letters remain free to maximise reach and trust.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498848" y="1920240"/>
            <a:ext cx="3657600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700016" y="2084832"/>
            <a:ext cx="3255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Premium renter plan (£14/month)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700016" y="2423160"/>
            <a:ext cx="325526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AI-assisted letter drafting, deadline tracking, evidence logging, and a landlord communication timeline for urgent or ongoing disputes.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339328" y="1920240"/>
            <a:ext cx="3163824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540496" y="2084832"/>
            <a:ext cx="2761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Institutional buyer path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540496" y="2423160"/>
            <a:ext cx="2761488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University housing teams, student unions, councils, or advice organisations that want a self-serve triage layer before 1:1 support.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4315968"/>
            <a:ext cx="5349240" cy="109728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59536" y="4480560"/>
            <a:ext cx="4946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Who pays first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9536" y="48188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Likely early payer: renters with time-sensitive, evidence-heavy issues such as deposits, repairs escalation, or eviction pressure.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236208" y="4315968"/>
            <a:ext cx="5266944" cy="10972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437376" y="4480560"/>
            <a:ext cx="4864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explain monetisation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37376" y="4818888"/>
            <a:ext cx="48646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Users do not pay for rights information; they pay for speed, structure, drafting support, and confidence during stressful cases.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GO-TO-MARKET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Market to one renter segment first, prove trust there, then expand to adjacent users and organisations.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901952"/>
            <a:ext cx="3566160" cy="22402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Young renter channels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404872"/>
            <a:ext cx="3163824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Student housing groups, Reddit, MoneySavingExpert, tenant forums, and university communities where renters already share urgent problems.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15968" y="1901952"/>
            <a:ext cx="3566160" cy="22402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5171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High-intent SEO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17136" y="2404872"/>
            <a:ext cx="3163824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searches like 'landlord won’t return deposit' and 'how long to fix damp' with pages that convert readers into guided flows.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973568" y="1901952"/>
            <a:ext cx="3566160" cy="22402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1747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Pilot buyers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174736" y="2404872"/>
            <a:ext cx="3163824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Approach university housing teams, tenant unions, councils, and advice services with a lightweight self-serve pilot.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4462272"/>
            <a:ext cx="10881360" cy="86868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59536" y="4626864"/>
            <a:ext cx="10479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Messaging discipline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9536" y="4965192"/>
            <a:ext cx="104790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 explicit: the core user is the renter, and the first paying customer is either a renter in a premium moment or an organisation buying triage capacity.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MVP PLAN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prototype proves usability; the next validation layer is trust, willingness to pay, and repeatable acquisition.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901952"/>
            <a:ext cx="3520440" cy="242316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066544"/>
            <a:ext cx="3118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Built in the sprint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404872"/>
            <a:ext cx="3118104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Public no-login prototype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Interactive issue flows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Region-aware guidance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Template letters and legal references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Mobile-friendly experience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34256" y="1901952"/>
            <a:ext cx="3520440" cy="242316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535424" y="2066544"/>
            <a:ext cx="3118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Riskiest assumptions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35424" y="2404872"/>
            <a:ext cx="3118104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Renters will self-serve before calling a helpline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Users trust the outputs enough to act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Students and young professionals are the easiest wedge to acquire first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Some users will pay for workflow support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010144" y="1901952"/>
            <a:ext cx="3493008" cy="242316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211312" y="2066544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 testing and iteration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11312" y="2404872"/>
            <a:ext cx="3090672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Young renters said the issue flows felt clearer than searching forums or government pages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Feedback favoured simple language, clear disclaimers, and obvious next steps over legal depth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Product changes: sharpened region selection, clarified emergency routes, and reframed monetisation around stressful 'premium moments'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4572000"/>
            <a:ext cx="10881360" cy="82296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59536" y="4736592"/>
            <a:ext cx="10479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Most important learning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9536" y="5074920"/>
            <a:ext cx="104790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is strongest when framed as a renter action tool with a narrow first segment and clear premium moments — not a general legal information site.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Founder with technical execution ability and strong user empathy for the problem space.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874520"/>
            <a:ext cx="3840480" cy="260604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039112"/>
            <a:ext cx="343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Mason Preece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377440"/>
            <a:ext cx="3438144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Solo founder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Background in Computer Science, with direct awareness of how poor housing conditions and lack of clear guidance affect renters. Built the prototype rapidly and can continue iterating from user feedback.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736592" y="1874520"/>
            <a:ext cx="6766560" cy="26060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937760" y="2039112"/>
            <a:ext cx="6364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this founder can build it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37760" y="2377440"/>
            <a:ext cx="6364224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Can ship product quickly and turn feedback into working software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Understands the frustration renters face when the law is hard to navigate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Close enough to the problem to care, but technical enough to execute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Strong near-term advantage in prototyping, testing, and iteration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58368" y="4800600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8F3E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'Nobody should lose money or housing security because the right next step was too hard to find.'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BUDGET BREAKDOWN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modest 12-month seed budget focused on product quality, legal trust, and early distribution.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901952"/>
            <a:ext cx="3566160" cy="20116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40% Product &amp; Engineering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404872"/>
            <a:ext cx="316382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£20,000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 trust features, improve UX, expand issue coverage, and refine the premium workflow layer.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15968" y="1901952"/>
            <a:ext cx="3566160" cy="20116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5171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20% Legal &amp; Compliance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17136" y="2404872"/>
            <a:ext cx="316382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£10,000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Solicitor review of templates and content, plus compliance work needed to keep guidance clear and responsible.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973568" y="1901952"/>
            <a:ext cx="3566160" cy="20116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1747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24% Marketing &amp; Acquisition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174736" y="2404872"/>
            <a:ext cx="316382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£12,000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Community-led growth, SEO content, testing channels, and early partner outreach.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4224528"/>
            <a:ext cx="3566160" cy="141732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59536" y="4389120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16% Operations &amp; Hosting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9536" y="4727448"/>
            <a:ext cx="316382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£8,000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Infrastructure, analytics, customer support tooling, and experimentation costs.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315968" y="4224528"/>
            <a:ext cx="7223760" cy="141732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4517136" y="4389120"/>
            <a:ext cx="6821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Investor / judge framing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17136" y="4727448"/>
            <a:ext cx="682142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budget is designed to unlock trust, retention, and repeatable distribution — not just more code. That makes it easier to defend as a realistic first raise.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IMPACT &amp; SCALABILITY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Start with renter confidence and prevent avoidable losses, then scale through repeatable issue playbooks and partner distribution.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901952"/>
            <a:ext cx="3566160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Immediate impact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404872"/>
            <a:ext cx="316382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Helps renters understand what to do next faster, especially in issues involving deposits, repairs, eviction pressure, or unsafe conditions.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15968" y="1901952"/>
            <a:ext cx="3566160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5171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Scalable model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17136" y="2404872"/>
            <a:ext cx="316382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Expand issue coverage, reuse legal playbooks across regions, and add workflow tools that keep users engaged through a dispute lifecycle.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973568" y="1901952"/>
            <a:ext cx="3566160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1747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Long-term vision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174736" y="2404872"/>
            <a:ext cx="316382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Become the default self-serve platform for renter rights: practical guidance, outcome tracking, and a trusted consumer legal brand with institutional distribution.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4389120"/>
            <a:ext cx="10881360" cy="96012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59536" y="4553712"/>
            <a:ext cx="10479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Scale mechanics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9536" y="4892040"/>
            <a:ext cx="104790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Scalability comes from repeatable issue journeys, searchable acquisition, reusable legal templates, and institutional pilots that can onboard groups of renters efficiently.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 STEPS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next 30 days should generate evidence, trust, and a clearer path to distribution.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901952"/>
            <a:ext cx="3566160" cy="22402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Run better validation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404872"/>
            <a:ext cx="3163824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 the prototype with 10–15 renters, capture quotes and objections, and learn which issue journeys create the most trust and urgency.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15968" y="1901952"/>
            <a:ext cx="3566160" cy="22402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5171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Expand high-value flows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17136" y="2404872"/>
            <a:ext cx="3163824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 the next 5 priority issue types and improve trust markers such as disclaimers, source references, and better letter outputs.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973568" y="1901952"/>
            <a:ext cx="3566160" cy="22402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1747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Start credibility conversations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174736" y="2404872"/>
            <a:ext cx="3163824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pilot discussions with housing support organisations and begin legal review of core templates before scaling claims.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4480560"/>
            <a:ext cx="10881360" cy="841248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59536" y="4645152"/>
            <a:ext cx="10479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Contact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9536" y="4983480"/>
            <a:ext cx="104790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mason.work.mmp@gmail.com  •  linkedin.com/in/mason-preece-a985593b3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RenterShield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RenterShield Pitch Deck (Revised)</dc:title>
  <dc:subject>RenterShield Pitch Deck (Revised)</dc:subject>
  <dc:creator>Lovable</dc:creator>
  <cp:lastModifiedBy>Lovable</cp:lastModifiedBy>
  <cp:revision>1</cp:revision>
  <dcterms:created xsi:type="dcterms:W3CDTF">2026-03-18T00:21:00Z</dcterms:created>
  <dcterms:modified xsi:type="dcterms:W3CDTF">2026-03-18T00:21:00Z</dcterms:modified>
</cp:coreProperties>
</file>