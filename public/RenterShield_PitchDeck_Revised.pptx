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face high costs and urgent disputes,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4.9M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rented homes in England &amp; Wales (TDS 2024/25)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£5.53B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 deposit value in England &amp; Wales (TDS 2024/25)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renters spending half of income or more on rent (Shelter)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and sector data point to the same problem: private renters face high housing costs, fast-moving disputes, and little confidence in what to do next. In England, renters aged 16–24 spend an average of 50% of income on rent, while 39% of private renters paid rent in advance as well as a deposit.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Demo: https://rentershield.lovable.app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large renter need exists, but the first wedge is a narrow segment with a realistic path to revenue.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~£790M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TAM using 4.706M protected deposits × £14/month for a workflow support subscription equivalent.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~£95M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Assume 12% of that market fits the first high-intent use case: digitally engaged renters facing disputes around deposits, repairs, eviction, or rent increases.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paying users at £14/month after winning a narrow, high-intent segment.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wedge to win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students and young professionals in private rentals: digitally native renters, high search intent, limited legal confidence, and high exposure to upfront rent and deposit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behind the story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TDS 2024/25 reports 4.706M protected deposits worth £5.53B. GOV.UK English Housing Survey 2023-24 shows younger renters spend 50% of income on rent. Shelter reports 32% of private renters spend half their income or more on rent.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end user is broad, but the first paying customers are renters in high-stress disputes and B2B pilot partners.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renter plan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urgent or ongoing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buyer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housing teams, student unions, councils, or advice organisations that want a self-serve triage layer before 1:1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pays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early payer: renters with time-sensitive, evidence-heavy issues such as deposits, repairs escalation, or eviction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explain monetisation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do not pay for rights information; they pay for speed, structure, drafting support, and confidence during stressful cases.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to one renter segment first, prove trust there, then expand to adjacent users and organisations.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Young renter channels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housing groups, Reddit, MoneySavingExpert, tenant forums, and university communities where renters already share urgent problems.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High-intent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searches like 'landlord won’t return deposit' and 'how long to fix damp' with pages that convert readers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buyers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university housing teams, tenant unions, councils, and advice services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 discipline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explicit: the core user is the renter, and the first paying customer is either a renter in a premium moment or an organisation buying triage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proves usability; the next validation layer is trust, willingness to pay, and repeatable acquisition.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trust the outputs enough to 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Students and young professionals are the easiest wedge to acquire first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testing and iteration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Young renters said the issue flows felt clearer than searching forums or government pages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Feedback favoured simple language, clear disclaimers, and obvious next steps over legal depth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 changes: sharpened region selection, clarified emergency routes, and reframed monetisation around stressful 'premium moments'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framed as a renter action tool with a narrow first segment and clear premium moments — not a general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 and partner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reuse legal playbooks across regions,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a trusted consumer legal brand with institutional distribution.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mechanics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Scalability comes from repeatable issue journeys, searchable acquisition, reusable legal templates, and institutional pilots that can onboard groups of renters efficiently.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2026-03-18T00:29:49Z</dcterms:created>
  <dcterms:modified xsi:type="dcterms:W3CDTF">2026-03-18T00:29:49Z</dcterms:modified>
</cp:coreProperties>
</file>